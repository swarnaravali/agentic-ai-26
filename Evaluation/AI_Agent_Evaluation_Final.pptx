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317078" y="8549141"/>
            <a:ext cx="4187932" cy="521250"/>
            <a:chOff x="0" y="0"/>
            <a:chExt cx="653626" cy="813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3626" cy="81353"/>
            </a:xfrm>
            <a:custGeom>
              <a:avLst/>
              <a:gdLst/>
              <a:ahLst/>
              <a:cxnLst/>
              <a:rect r="r" b="b" t="t" l="l"/>
              <a:pathLst>
                <a:path h="81353" w="653626">
                  <a:moveTo>
                    <a:pt x="0" y="0"/>
                  </a:moveTo>
                  <a:lnTo>
                    <a:pt x="653626" y="0"/>
                  </a:lnTo>
                  <a:lnTo>
                    <a:pt x="653626" y="81353"/>
                  </a:lnTo>
                  <a:lnTo>
                    <a:pt x="0" y="81353"/>
                  </a:lnTo>
                  <a:close/>
                </a:path>
              </a:pathLst>
            </a:custGeom>
            <a:solidFill>
              <a:srgbClr val="EFEFE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53626" cy="119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3249929" y="8549141"/>
            <a:ext cx="0" cy="521250"/>
          </a:xfrm>
          <a:prstGeom prst="line">
            <a:avLst/>
          </a:prstGeom>
          <a:ln cap="flat" w="38100">
            <a:solidFill>
              <a:srgbClr val="95969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9235461" y="8165251"/>
            <a:ext cx="3086100" cy="472496"/>
            <a:chOff x="0" y="0"/>
            <a:chExt cx="481659" cy="737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" cy="73744"/>
            </a:xfrm>
            <a:custGeom>
              <a:avLst/>
              <a:gdLst/>
              <a:ahLst/>
              <a:cxnLst/>
              <a:rect r="r" b="b" t="t" l="l"/>
              <a:pathLst>
                <a:path h="73744" w="481659">
                  <a:moveTo>
                    <a:pt x="0" y="0"/>
                  </a:moveTo>
                  <a:lnTo>
                    <a:pt x="481659" y="0"/>
                  </a:lnTo>
                  <a:lnTo>
                    <a:pt x="481659" y="73744"/>
                  </a:lnTo>
                  <a:lnTo>
                    <a:pt x="0" y="73744"/>
                  </a:lnTo>
                  <a:close/>
                </a:path>
              </a:pathLst>
            </a:custGeom>
            <a:solidFill>
              <a:srgbClr val="EFEFE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" cy="111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DAHZa9HwP3E</dc:identifier>
  <dcterms:modified xsi:type="dcterms:W3CDTF">2011-08-01T06:04:30Z</dcterms:modified>
  <cp:revision>1</cp:revision>
  <dc:title>AI_Agent_Evaluation_Blueprint_(5).pptx</dc:title>
</cp:coreProperties>
</file>