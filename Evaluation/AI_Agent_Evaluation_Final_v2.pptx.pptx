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36129" y="8305028"/>
            <a:ext cx="4187933" cy="765362"/>
          </a:xfrm>
          <a:custGeom>
            <a:avLst/>
            <a:gdLst/>
            <a:ahLst/>
            <a:cxnLst/>
            <a:rect r="r" b="b" t="t" l="l"/>
            <a:pathLst>
              <a:path h="765362" w="4187933">
                <a:moveTo>
                  <a:pt x="0" y="0"/>
                </a:moveTo>
                <a:lnTo>
                  <a:pt x="4187933" y="0"/>
                </a:lnTo>
                <a:lnTo>
                  <a:pt x="4187933" y="765363"/>
                </a:lnTo>
                <a:lnTo>
                  <a:pt x="0" y="765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3249921" y="8530095"/>
            <a:ext cx="0" cy="540296"/>
          </a:xfrm>
          <a:prstGeom prst="line">
            <a:avLst/>
          </a:prstGeom>
          <a:ln cap="rnd" w="28575">
            <a:solidFill>
              <a:srgbClr val="9596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235459" y="7921133"/>
            <a:ext cx="3086100" cy="716613"/>
          </a:xfrm>
          <a:custGeom>
            <a:avLst/>
            <a:gdLst/>
            <a:ahLst/>
            <a:cxnLst/>
            <a:rect r="r" b="b" t="t" l="l"/>
            <a:pathLst>
              <a:path h="716613" w="3086100">
                <a:moveTo>
                  <a:pt x="0" y="0"/>
                </a:moveTo>
                <a:lnTo>
                  <a:pt x="3086100" y="0"/>
                </a:lnTo>
                <a:lnTo>
                  <a:pt x="3086100" y="716613"/>
                </a:lnTo>
                <a:lnTo>
                  <a:pt x="0" y="7166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76" cy="10199275"/>
            <a:chOff x="0" y="0"/>
            <a:chExt cx="24379301" cy="135990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DAHZbKueo9g</dc:identifier>
  <dcterms:modified xsi:type="dcterms:W3CDTF">2011-08-01T06:04:30Z</dcterms:modified>
  <cp:revision>1</cp:revision>
  <dc:title>AI_Agent_Evaluation_Final_v2.pptx</dc:title>
</cp:coreProperties>
</file>